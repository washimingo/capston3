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Nunito" charset="1" panose="00000000000000000000"/>
      <p:regular r:id="rId21"/>
    </p:embeddedFont>
    <p:embeddedFont>
      <p:font typeface="Nunito Bold" charset="1" panose="00000000000000000000"/>
      <p:regular r:id="rId22"/>
    </p:embeddedFont>
    <p:embeddedFont>
      <p:font typeface="Open Sans 2" charset="1" panose="00000000000000000000"/>
      <p:regular r:id="rId26"/>
    </p:embeddedFont>
    <p:embeddedFont>
      <p:font typeface="Open Sans 1" charset="1" panose="020B0606030504020204"/>
      <p:regular r:id="rId27"/>
    </p:embeddedFont>
    <p:embeddedFont>
      <p:font typeface="Open Sans 1 Bold" charset="1" panose="020B0806030504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NOTA: Mostrar qué han logrado hasta ahora (ejemplo: prototipo, piloto, pruebas).Indicar los productos o resultados que esperan obtener al final del proyecto.Si es posible, incluir una evidencia visual (captura de pantalla, foto o esquema).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DURACIÓN 1 MIN APROX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20152"/>
            <a:chOff x="0" y="0"/>
            <a:chExt cx="4816593" cy="5583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58394"/>
            </a:xfrm>
            <a:custGeom>
              <a:avLst/>
              <a:gdLst/>
              <a:ahLst/>
              <a:cxnLst/>
              <a:rect r="r" b="b" t="t" l="l"/>
              <a:pathLst>
                <a:path h="5583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58394"/>
                  </a:lnTo>
                  <a:lnTo>
                    <a:pt x="0" y="558394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96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04562" y="2120152"/>
            <a:ext cx="4571786" cy="8379754"/>
            <a:chOff x="0" y="0"/>
            <a:chExt cx="1204092" cy="22070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4092" cy="2207013"/>
            </a:xfrm>
            <a:custGeom>
              <a:avLst/>
              <a:gdLst/>
              <a:ahLst/>
              <a:cxnLst/>
              <a:rect r="r" b="b" t="t" l="l"/>
              <a:pathLst>
                <a:path h="2207013" w="1204092">
                  <a:moveTo>
                    <a:pt x="203200" y="0"/>
                  </a:moveTo>
                  <a:lnTo>
                    <a:pt x="1204092" y="0"/>
                  </a:lnTo>
                  <a:lnTo>
                    <a:pt x="1000892" y="2207013"/>
                  </a:lnTo>
                  <a:lnTo>
                    <a:pt x="0" y="220701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000892" cy="2245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401807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746402" y="118749"/>
            <a:ext cx="5004731" cy="1819902"/>
          </a:xfrm>
          <a:custGeom>
            <a:avLst/>
            <a:gdLst/>
            <a:ahLst/>
            <a:cxnLst/>
            <a:rect r="r" b="b" t="t" l="l"/>
            <a:pathLst>
              <a:path h="1819902" w="5004731">
                <a:moveTo>
                  <a:pt x="0" y="0"/>
                </a:moveTo>
                <a:lnTo>
                  <a:pt x="5004731" y="0"/>
                </a:lnTo>
                <a:lnTo>
                  <a:pt x="5004731" y="1819902"/>
                </a:lnTo>
                <a:lnTo>
                  <a:pt x="0" y="1819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19417" y="2328972"/>
            <a:ext cx="3692223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Informe Avance</a:t>
            </a:r>
          </a:p>
          <a:p>
            <a:pPr algn="ctr">
              <a:lnSpc>
                <a:spcPts val="5319"/>
              </a:lnSpc>
            </a:pPr>
            <a:r>
              <a:rPr lang="en-US" b="true" sz="37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“SAF”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55590" y="7468235"/>
            <a:ext cx="6619875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Duoc UC Sede San Bernardo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Escuela de Informática y Telecomunicaciones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Carrera: Ingeniería en Informática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Año: 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17398" y="5353050"/>
            <a:ext cx="3096260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Equipo alumnos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Javier Reinoso Baez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Johao Marchant Soto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Sebastián Roa Lagos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64143" y="8896985"/>
            <a:ext cx="2068264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PTY4614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10745" y="4247515"/>
            <a:ext cx="3909566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Docente: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Mallén González González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0228" y="9543415"/>
            <a:ext cx="3086100" cy="749515"/>
            <a:chOff x="0" y="0"/>
            <a:chExt cx="4114800" cy="99935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114800" cy="999353"/>
              <a:chOff x="0" y="0"/>
              <a:chExt cx="812800" cy="19740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197403"/>
              </a:xfrm>
              <a:custGeom>
                <a:avLst/>
                <a:gdLst/>
                <a:ahLst/>
                <a:cxnLst/>
                <a:rect r="r" b="b" t="t" l="l"/>
                <a:pathLst>
                  <a:path h="19740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97403"/>
                    </a:lnTo>
                    <a:lnTo>
                      <a:pt x="0" y="197403"/>
                    </a:ln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12800" cy="2355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79039" y="133847"/>
              <a:ext cx="3499644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b="true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www.duoc.cl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6616096" cy="1551296"/>
            <a:chOff x="0" y="0"/>
            <a:chExt cx="1742511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2511" cy="408572"/>
            </a:xfrm>
            <a:custGeom>
              <a:avLst/>
              <a:gdLst/>
              <a:ahLst/>
              <a:cxnLst/>
              <a:rect r="r" b="b" t="t" l="l"/>
              <a:pathLst>
                <a:path h="408572" w="1742511">
                  <a:moveTo>
                    <a:pt x="0" y="0"/>
                  </a:moveTo>
                  <a:lnTo>
                    <a:pt x="1742511" y="0"/>
                  </a:lnTo>
                  <a:lnTo>
                    <a:pt x="1742511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42511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-5400000">
            <a:off x="15913646" y="4963220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0697" y="718722"/>
            <a:ext cx="475615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Objetivo Principal</a:t>
            </a:r>
          </a:p>
        </p:txBody>
      </p:sp>
      <p:sp>
        <p:nvSpPr>
          <p:cNvPr name="TextBox 15" id="15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00891" y="3550660"/>
            <a:ext cx="10921042" cy="311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Diseñar e implementar un Sistema de Administración de Facturas (SAF) que centralice, automatice y controle la gestión de facturas, generando alertas acerca del vencimiento de estas.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7255643" cy="1551296"/>
            <a:chOff x="0" y="0"/>
            <a:chExt cx="1910951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0951" cy="408572"/>
            </a:xfrm>
            <a:custGeom>
              <a:avLst/>
              <a:gdLst/>
              <a:ahLst/>
              <a:cxnLst/>
              <a:rect r="r" b="b" t="t" l="l"/>
              <a:pathLst>
                <a:path h="408572" w="1910951">
                  <a:moveTo>
                    <a:pt x="0" y="0"/>
                  </a:moveTo>
                  <a:lnTo>
                    <a:pt x="1910951" y="0"/>
                  </a:lnTo>
                  <a:lnTo>
                    <a:pt x="1910951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10951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-5400000">
            <a:off x="15913646" y="4963220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0697" y="718722"/>
            <a:ext cx="556387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Objetivos Específicos</a:t>
            </a:r>
          </a:p>
        </p:txBody>
      </p:sp>
      <p:sp>
        <p:nvSpPr>
          <p:cNvPr name="TextBox 15" id="15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24298" y="2442209"/>
            <a:ext cx="12276272" cy="6435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5" indent="-259078" lvl="1">
              <a:lnSpc>
                <a:spcPts val="4703"/>
              </a:lnSpc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Identificar los principales interesados en el proyecto (usuarios finales, actores) junto a los antecedentes .</a:t>
            </a:r>
          </a:p>
          <a:p>
            <a:pPr algn="just" marL="518155" indent="-259078" lvl="1">
              <a:lnSpc>
                <a:spcPts val="4703"/>
              </a:lnSpc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Definir los requerimientos identificados mediante entrevistas.</a:t>
            </a:r>
          </a:p>
          <a:p>
            <a:pPr algn="just" marL="518155" indent="-259078" lvl="1">
              <a:lnSpc>
                <a:spcPts val="4703"/>
              </a:lnSpc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Diseñar un MVP con vista web y móvil, para probar la factibilidad del sistema.</a:t>
            </a:r>
          </a:p>
          <a:p>
            <a:pPr algn="just" marL="518155" indent="-259078" lvl="1">
              <a:lnSpc>
                <a:spcPts val="4703"/>
              </a:lnSpc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Diseñar e Integrar una solución para la recepción de facturas electrónicas desde el SII.</a:t>
            </a:r>
          </a:p>
          <a:p>
            <a:pPr algn="just" marL="518155" indent="-259078" lvl="1">
              <a:lnSpc>
                <a:spcPts val="4703"/>
              </a:lnSpc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Habilitar alertas automáticas previas a los 8 días corridos desde la recepción de una factura.</a:t>
            </a:r>
          </a:p>
          <a:p>
            <a:pPr algn="just" marL="518155" indent="-259078" lvl="1">
              <a:lnSpc>
                <a:spcPts val="4703"/>
              </a:lnSpc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Implementar niveles de acceso y permisos para proteger la información sensible y garantizar la seguridad del sistema.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6616096" cy="1551296"/>
            <a:chOff x="0" y="0"/>
            <a:chExt cx="1742511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2511" cy="408572"/>
            </a:xfrm>
            <a:custGeom>
              <a:avLst/>
              <a:gdLst/>
              <a:ahLst/>
              <a:cxnLst/>
              <a:rect r="r" b="b" t="t" l="l"/>
              <a:pathLst>
                <a:path h="408572" w="1742511">
                  <a:moveTo>
                    <a:pt x="0" y="0"/>
                  </a:moveTo>
                  <a:lnTo>
                    <a:pt x="1742511" y="0"/>
                  </a:lnTo>
                  <a:lnTo>
                    <a:pt x="1742511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42511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40642" y="8379809"/>
            <a:ext cx="4940684" cy="878491"/>
            <a:chOff x="0" y="0"/>
            <a:chExt cx="1301250" cy="2313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01250" cy="231372"/>
            </a:xfrm>
            <a:custGeom>
              <a:avLst/>
              <a:gdLst/>
              <a:ahLst/>
              <a:cxnLst/>
              <a:rect r="r" b="b" t="t" l="l"/>
              <a:pathLst>
                <a:path h="231372" w="1301250">
                  <a:moveTo>
                    <a:pt x="0" y="0"/>
                  </a:moveTo>
                  <a:lnTo>
                    <a:pt x="1098050" y="0"/>
                  </a:lnTo>
                  <a:lnTo>
                    <a:pt x="1301250" y="115686"/>
                  </a:lnTo>
                  <a:lnTo>
                    <a:pt x="1098050" y="231372"/>
                  </a:lnTo>
                  <a:lnTo>
                    <a:pt x="0" y="231372"/>
                  </a:lnTo>
                  <a:lnTo>
                    <a:pt x="203200" y="115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1047250" cy="269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7679" y="8379809"/>
            <a:ext cx="4940684" cy="878491"/>
            <a:chOff x="0" y="0"/>
            <a:chExt cx="1301250" cy="2313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01250" cy="231372"/>
            </a:xfrm>
            <a:custGeom>
              <a:avLst/>
              <a:gdLst/>
              <a:ahLst/>
              <a:cxnLst/>
              <a:rect r="r" b="b" t="t" l="l"/>
              <a:pathLst>
                <a:path h="231372" w="1301250">
                  <a:moveTo>
                    <a:pt x="0" y="0"/>
                  </a:moveTo>
                  <a:lnTo>
                    <a:pt x="1098050" y="0"/>
                  </a:lnTo>
                  <a:lnTo>
                    <a:pt x="1301250" y="115686"/>
                  </a:lnTo>
                  <a:lnTo>
                    <a:pt x="1098050" y="231372"/>
                  </a:lnTo>
                  <a:lnTo>
                    <a:pt x="0" y="231372"/>
                  </a:lnTo>
                  <a:lnTo>
                    <a:pt x="203200" y="115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0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38100"/>
              <a:ext cx="1047250" cy="269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141445" y="8379809"/>
            <a:ext cx="4940684" cy="878491"/>
            <a:chOff x="0" y="0"/>
            <a:chExt cx="1301250" cy="2313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1250" cy="231372"/>
            </a:xfrm>
            <a:custGeom>
              <a:avLst/>
              <a:gdLst/>
              <a:ahLst/>
              <a:cxnLst/>
              <a:rect r="r" b="b" t="t" l="l"/>
              <a:pathLst>
                <a:path h="231372" w="1301250">
                  <a:moveTo>
                    <a:pt x="0" y="0"/>
                  </a:moveTo>
                  <a:lnTo>
                    <a:pt x="1098050" y="0"/>
                  </a:lnTo>
                  <a:lnTo>
                    <a:pt x="1301250" y="115686"/>
                  </a:lnTo>
                  <a:lnTo>
                    <a:pt x="1098050" y="231372"/>
                  </a:lnTo>
                  <a:lnTo>
                    <a:pt x="0" y="231372"/>
                  </a:lnTo>
                  <a:lnTo>
                    <a:pt x="203200" y="115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727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38100"/>
              <a:ext cx="1047250" cy="269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40642" y="5033432"/>
            <a:ext cx="4167941" cy="2950170"/>
            <a:chOff x="0" y="0"/>
            <a:chExt cx="1097729" cy="77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729" cy="777000"/>
            </a:xfrm>
            <a:custGeom>
              <a:avLst/>
              <a:gdLst/>
              <a:ahLst/>
              <a:cxnLst/>
              <a:rect r="r" b="b" t="t" l="l"/>
              <a:pathLst>
                <a:path h="777000" w="1097729">
                  <a:moveTo>
                    <a:pt x="0" y="0"/>
                  </a:moveTo>
                  <a:lnTo>
                    <a:pt x="1097729" y="0"/>
                  </a:lnTo>
                  <a:lnTo>
                    <a:pt x="1097729" y="777000"/>
                  </a:lnTo>
                  <a:lnTo>
                    <a:pt x="0" y="777000"/>
                  </a:lnTo>
                  <a:close/>
                </a:path>
              </a:pathLst>
            </a:custGeom>
            <a:solidFill>
              <a:srgbClr val="C5C5C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97729" cy="81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-5400000">
            <a:off x="15913646" y="4963220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80697" y="718722"/>
            <a:ext cx="446643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Hitos Principales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598394" y="3717117"/>
            <a:ext cx="4167941" cy="4266486"/>
            <a:chOff x="0" y="0"/>
            <a:chExt cx="1097729" cy="11236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729" cy="1123684"/>
            </a:xfrm>
            <a:custGeom>
              <a:avLst/>
              <a:gdLst/>
              <a:ahLst/>
              <a:cxnLst/>
              <a:rect r="r" b="b" t="t" l="l"/>
              <a:pathLst>
                <a:path h="1123684" w="1097729">
                  <a:moveTo>
                    <a:pt x="0" y="0"/>
                  </a:moveTo>
                  <a:lnTo>
                    <a:pt x="1097729" y="0"/>
                  </a:lnTo>
                  <a:lnTo>
                    <a:pt x="1097729" y="1123684"/>
                  </a:lnTo>
                  <a:lnTo>
                    <a:pt x="0" y="1123684"/>
                  </a:lnTo>
                  <a:close/>
                </a:path>
              </a:pathLst>
            </a:custGeom>
            <a:solidFill>
              <a:srgbClr val="A2A0A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729" cy="1161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77982" y="2810012"/>
            <a:ext cx="4167941" cy="5173590"/>
            <a:chOff x="0" y="0"/>
            <a:chExt cx="1097729" cy="1362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729" cy="1362592"/>
            </a:xfrm>
            <a:custGeom>
              <a:avLst/>
              <a:gdLst/>
              <a:ahLst/>
              <a:cxnLst/>
              <a:rect r="r" b="b" t="t" l="l"/>
              <a:pathLst>
                <a:path h="1362592" w="1097729">
                  <a:moveTo>
                    <a:pt x="0" y="0"/>
                  </a:moveTo>
                  <a:lnTo>
                    <a:pt x="1097729" y="0"/>
                  </a:lnTo>
                  <a:lnTo>
                    <a:pt x="1097729" y="1362592"/>
                  </a:lnTo>
                  <a:lnTo>
                    <a:pt x="0" y="1362592"/>
                  </a:lnTo>
                  <a:close/>
                </a:path>
              </a:pathLst>
            </a:custGeom>
            <a:solidFill>
              <a:srgbClr val="72727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97729" cy="1400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612068" y="8479012"/>
            <a:ext cx="140446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Fase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52901" y="8479012"/>
            <a:ext cx="140446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Fase 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709938" y="8479012"/>
            <a:ext cx="140446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Fase 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418626" y="4026559"/>
            <a:ext cx="321181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Definición de Proyecto APT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81326" y="2771912"/>
            <a:ext cx="321181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Desarrollo del Proyecto APT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93779" y="1830322"/>
            <a:ext cx="3550889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Presentación del proyecto APT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18706" y="5196925"/>
            <a:ext cx="3211813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Definición del contexto y problema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Descripción General del proyecto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Propuesta de Planificación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Propuesta de Solución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49225" y="4167571"/>
            <a:ext cx="3211813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Metodología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Equipos de Trabajo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Beneficiarios e impacto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Modelo de Sustentabilidad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Modelo de Negocios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Desarrollo Técnico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Estado de avance actual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37909" y="3766161"/>
            <a:ext cx="3211813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Prototipo</a:t>
            </a:r>
          </a:p>
          <a:p>
            <a:pPr algn="l">
              <a:lnSpc>
                <a:spcPts val="3624"/>
              </a:lnSpc>
            </a:pP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Documentación</a:t>
            </a:r>
          </a:p>
          <a:p>
            <a:pPr algn="l">
              <a:lnSpc>
                <a:spcPts val="3624"/>
              </a:lnSpc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Piloto Controlado</a:t>
            </a:r>
          </a:p>
          <a:p>
            <a:pPr algn="l">
              <a:lnSpc>
                <a:spcPts val="3624"/>
              </a:lnSpc>
            </a:pPr>
            <a:r>
              <a:rPr lang="en-US" sz="24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Testing y Pruebas</a:t>
            </a:r>
          </a:p>
          <a:p>
            <a:pPr algn="l">
              <a:lnSpc>
                <a:spcPts val="3624"/>
              </a:lnSpc>
            </a:pPr>
            <a:r>
              <a:rPr lang="en-US" sz="24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Despliegue y cierre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5809049" cy="1551296"/>
            <a:chOff x="0" y="0"/>
            <a:chExt cx="1529955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9955" cy="408572"/>
            </a:xfrm>
            <a:custGeom>
              <a:avLst/>
              <a:gdLst/>
              <a:ahLst/>
              <a:cxnLst/>
              <a:rect r="r" b="b" t="t" l="l"/>
              <a:pathLst>
                <a:path h="408572" w="1529955">
                  <a:moveTo>
                    <a:pt x="0" y="0"/>
                  </a:moveTo>
                  <a:lnTo>
                    <a:pt x="1529955" y="0"/>
                  </a:lnTo>
                  <a:lnTo>
                    <a:pt x="1529955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29955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aphicFrame>
        <p:nvGraphicFramePr>
          <p:cNvPr name="Object 13" id="13"/>
          <p:cNvGraphicFramePr/>
          <p:nvPr/>
        </p:nvGraphicFramePr>
        <p:xfrm>
          <a:off x="3229237" y="2305050"/>
          <a:ext cx="25146000" cy="5867400"/>
        </p:xfrm>
        <a:graphic>
          <a:graphicData uri="http://schemas.openxmlformats.org/presentationml/2006/ole">
            <p:oleObj imgW="30175200" imgH="108966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-5400000">
            <a:off x="15913646" y="4963220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0697" y="718722"/>
            <a:ext cx="31186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Carta Gantt</a:t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4271090" cy="1551296"/>
            <a:chOff x="0" y="0"/>
            <a:chExt cx="1124896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4896" cy="408572"/>
            </a:xfrm>
            <a:custGeom>
              <a:avLst/>
              <a:gdLst/>
              <a:ahLst/>
              <a:cxnLst/>
              <a:rect r="r" b="b" t="t" l="l"/>
              <a:pathLst>
                <a:path h="408572" w="1124896">
                  <a:moveTo>
                    <a:pt x="0" y="0"/>
                  </a:moveTo>
                  <a:lnTo>
                    <a:pt x="1124896" y="0"/>
                  </a:lnTo>
                  <a:lnTo>
                    <a:pt x="1124896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24896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863573" y="2060723"/>
            <a:ext cx="13400645" cy="6834329"/>
          </a:xfrm>
          <a:custGeom>
            <a:avLst/>
            <a:gdLst/>
            <a:ahLst/>
            <a:cxnLst/>
            <a:rect r="r" b="b" t="t" l="l"/>
            <a:pathLst>
              <a:path h="6834329" w="13400645">
                <a:moveTo>
                  <a:pt x="0" y="0"/>
                </a:moveTo>
                <a:lnTo>
                  <a:pt x="13400645" y="0"/>
                </a:lnTo>
                <a:lnTo>
                  <a:pt x="13400645" y="6834329"/>
                </a:lnTo>
                <a:lnTo>
                  <a:pt x="0" y="68343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5400000">
            <a:off x="16090817" y="4931371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0697" y="718722"/>
            <a:ext cx="253126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Prototipo</a:t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1891" y="718722"/>
            <a:ext cx="290210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Dashboard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4271090" cy="1551296"/>
            <a:chOff x="0" y="0"/>
            <a:chExt cx="1124896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4896" cy="408572"/>
            </a:xfrm>
            <a:custGeom>
              <a:avLst/>
              <a:gdLst/>
              <a:ahLst/>
              <a:cxnLst/>
              <a:rect r="r" b="b" t="t" l="l"/>
              <a:pathLst>
                <a:path h="408572" w="1124896">
                  <a:moveTo>
                    <a:pt x="0" y="0"/>
                  </a:moveTo>
                  <a:lnTo>
                    <a:pt x="1124896" y="0"/>
                  </a:lnTo>
                  <a:lnTo>
                    <a:pt x="1124896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24896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100547" y="2223402"/>
            <a:ext cx="12926698" cy="6592616"/>
          </a:xfrm>
          <a:custGeom>
            <a:avLst/>
            <a:gdLst/>
            <a:ahLst/>
            <a:cxnLst/>
            <a:rect r="r" b="b" t="t" l="l"/>
            <a:pathLst>
              <a:path h="6592616" w="12926698">
                <a:moveTo>
                  <a:pt x="0" y="0"/>
                </a:moveTo>
                <a:lnTo>
                  <a:pt x="12926698" y="0"/>
                </a:lnTo>
                <a:lnTo>
                  <a:pt x="12926698" y="6592616"/>
                </a:lnTo>
                <a:lnTo>
                  <a:pt x="0" y="65926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5400000">
            <a:off x="16090817" y="4931371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0697" y="718722"/>
            <a:ext cx="253126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Prototipo</a:t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1891" y="718722"/>
            <a:ext cx="217789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Invoices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4271090" cy="1551296"/>
            <a:chOff x="0" y="0"/>
            <a:chExt cx="1124896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4896" cy="408572"/>
            </a:xfrm>
            <a:custGeom>
              <a:avLst/>
              <a:gdLst/>
              <a:ahLst/>
              <a:cxnLst/>
              <a:rect r="r" b="b" t="t" l="l"/>
              <a:pathLst>
                <a:path h="408572" w="1124896">
                  <a:moveTo>
                    <a:pt x="0" y="0"/>
                  </a:moveTo>
                  <a:lnTo>
                    <a:pt x="1124896" y="0"/>
                  </a:lnTo>
                  <a:lnTo>
                    <a:pt x="1124896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24896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167684" y="2060723"/>
            <a:ext cx="13542199" cy="6906521"/>
          </a:xfrm>
          <a:custGeom>
            <a:avLst/>
            <a:gdLst/>
            <a:ahLst/>
            <a:cxnLst/>
            <a:rect r="r" b="b" t="t" l="l"/>
            <a:pathLst>
              <a:path h="6906521" w="13542199">
                <a:moveTo>
                  <a:pt x="0" y="0"/>
                </a:moveTo>
                <a:lnTo>
                  <a:pt x="13542199" y="0"/>
                </a:lnTo>
                <a:lnTo>
                  <a:pt x="13542199" y="6906522"/>
                </a:lnTo>
                <a:lnTo>
                  <a:pt x="0" y="6906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5400000">
            <a:off x="16090817" y="4931371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0697" y="718722"/>
            <a:ext cx="253126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Prototipo</a:t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1891" y="718722"/>
            <a:ext cx="238902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Reportes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8808829" cy="1551296"/>
            <a:chOff x="0" y="0"/>
            <a:chExt cx="2320021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20021" cy="408572"/>
            </a:xfrm>
            <a:custGeom>
              <a:avLst/>
              <a:gdLst/>
              <a:ahLst/>
              <a:cxnLst/>
              <a:rect r="r" b="b" t="t" l="l"/>
              <a:pathLst>
                <a:path h="408572" w="2320021">
                  <a:moveTo>
                    <a:pt x="0" y="0"/>
                  </a:moveTo>
                  <a:lnTo>
                    <a:pt x="2320021" y="0"/>
                  </a:lnTo>
                  <a:lnTo>
                    <a:pt x="2320021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320021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-5400000">
            <a:off x="16090817" y="4931371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0697" y="718722"/>
            <a:ext cx="694023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Documentación Generada</a:t>
            </a:r>
          </a:p>
        </p:txBody>
      </p:sp>
      <p:sp>
        <p:nvSpPr>
          <p:cNvPr name="TextBox 15" id="15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209070" y="3497034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54423" y="3497034"/>
            <a:ext cx="3086100" cy="308610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59823" y="3497034"/>
            <a:ext cx="3086100" cy="308610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890378" y="4049762"/>
            <a:ext cx="1923161" cy="1906334"/>
          </a:xfrm>
          <a:custGeom>
            <a:avLst/>
            <a:gdLst/>
            <a:ahLst/>
            <a:cxnLst/>
            <a:rect r="r" b="b" t="t" l="l"/>
            <a:pathLst>
              <a:path h="1906334" w="1923161">
                <a:moveTo>
                  <a:pt x="0" y="0"/>
                </a:moveTo>
                <a:lnTo>
                  <a:pt x="1923162" y="0"/>
                </a:lnTo>
                <a:lnTo>
                  <a:pt x="1923162" y="1906334"/>
                </a:lnTo>
                <a:lnTo>
                  <a:pt x="0" y="1906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955544" y="3974229"/>
            <a:ext cx="1481328" cy="2057400"/>
          </a:xfrm>
          <a:custGeom>
            <a:avLst/>
            <a:gdLst/>
            <a:ahLst/>
            <a:cxnLst/>
            <a:rect r="r" b="b" t="t" l="l"/>
            <a:pathLst>
              <a:path h="2057400" w="1481328">
                <a:moveTo>
                  <a:pt x="0" y="0"/>
                </a:moveTo>
                <a:lnTo>
                  <a:pt x="1481328" y="0"/>
                </a:lnTo>
                <a:lnTo>
                  <a:pt x="148132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840848" y="4049762"/>
            <a:ext cx="1991841" cy="2056094"/>
          </a:xfrm>
          <a:custGeom>
            <a:avLst/>
            <a:gdLst/>
            <a:ahLst/>
            <a:cxnLst/>
            <a:rect r="r" b="b" t="t" l="l"/>
            <a:pathLst>
              <a:path h="2056094" w="1991841">
                <a:moveTo>
                  <a:pt x="0" y="0"/>
                </a:moveTo>
                <a:lnTo>
                  <a:pt x="1991841" y="0"/>
                </a:lnTo>
                <a:lnTo>
                  <a:pt x="1991841" y="2056095"/>
                </a:lnTo>
                <a:lnTo>
                  <a:pt x="0" y="20560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156560" y="6945443"/>
            <a:ext cx="319111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Informe Técnico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49197" y="6907343"/>
            <a:ext cx="289402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Documento de Pruebas TDD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40848" y="6907343"/>
            <a:ext cx="2064115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Manual de Usuario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4271090" cy="1551296"/>
            <a:chOff x="0" y="0"/>
            <a:chExt cx="1124896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4896" cy="408572"/>
            </a:xfrm>
            <a:custGeom>
              <a:avLst/>
              <a:gdLst/>
              <a:ahLst/>
              <a:cxnLst/>
              <a:rect r="r" b="b" t="t" l="l"/>
              <a:pathLst>
                <a:path h="408572" w="1124896">
                  <a:moveTo>
                    <a:pt x="0" y="0"/>
                  </a:moveTo>
                  <a:lnTo>
                    <a:pt x="1124896" y="0"/>
                  </a:lnTo>
                  <a:lnTo>
                    <a:pt x="1124896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24896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22123" y="2674680"/>
            <a:ext cx="3094485" cy="2840839"/>
          </a:xfrm>
          <a:custGeom>
            <a:avLst/>
            <a:gdLst/>
            <a:ahLst/>
            <a:cxnLst/>
            <a:rect r="r" b="b" t="t" l="l"/>
            <a:pathLst>
              <a:path h="2840839" w="3094485">
                <a:moveTo>
                  <a:pt x="0" y="0"/>
                </a:moveTo>
                <a:lnTo>
                  <a:pt x="3094485" y="0"/>
                </a:lnTo>
                <a:lnTo>
                  <a:pt x="3094485" y="2840839"/>
                </a:lnTo>
                <a:lnTo>
                  <a:pt x="0" y="2840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16359" y="1824631"/>
            <a:ext cx="5641988" cy="8325608"/>
          </a:xfrm>
          <a:custGeom>
            <a:avLst/>
            <a:gdLst/>
            <a:ahLst/>
            <a:cxnLst/>
            <a:rect r="r" b="b" t="t" l="l"/>
            <a:pathLst>
              <a:path h="8325608" w="5641988">
                <a:moveTo>
                  <a:pt x="0" y="0"/>
                </a:moveTo>
                <a:lnTo>
                  <a:pt x="5641987" y="0"/>
                </a:lnTo>
                <a:lnTo>
                  <a:pt x="5641987" y="8325608"/>
                </a:lnTo>
                <a:lnTo>
                  <a:pt x="0" y="8325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4" t="0" r="-26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10771" y="2851167"/>
            <a:ext cx="4271350" cy="5611202"/>
          </a:xfrm>
          <a:custGeom>
            <a:avLst/>
            <a:gdLst/>
            <a:ahLst/>
            <a:cxnLst/>
            <a:rect r="r" b="b" t="t" l="l"/>
            <a:pathLst>
              <a:path h="5611202" w="4271350">
                <a:moveTo>
                  <a:pt x="0" y="0"/>
                </a:moveTo>
                <a:lnTo>
                  <a:pt x="4271350" y="0"/>
                </a:lnTo>
                <a:lnTo>
                  <a:pt x="4271350" y="5611202"/>
                </a:lnTo>
                <a:lnTo>
                  <a:pt x="0" y="56112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76647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-5400000">
            <a:off x="16090817" y="4931371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80697" y="718722"/>
            <a:ext cx="253126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Prototipo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41891" y="718722"/>
            <a:ext cx="190690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Alertas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5474048" cy="1551296"/>
            <a:chOff x="0" y="0"/>
            <a:chExt cx="1441725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41725" cy="408572"/>
            </a:xfrm>
            <a:custGeom>
              <a:avLst/>
              <a:gdLst/>
              <a:ahLst/>
              <a:cxnLst/>
              <a:rect r="r" b="b" t="t" l="l"/>
              <a:pathLst>
                <a:path h="408572" w="1441725">
                  <a:moveTo>
                    <a:pt x="0" y="0"/>
                  </a:moveTo>
                  <a:lnTo>
                    <a:pt x="1441725" y="0"/>
                  </a:lnTo>
                  <a:lnTo>
                    <a:pt x="1441725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41725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389333" y="2197824"/>
            <a:ext cx="4110389" cy="3097402"/>
          </a:xfrm>
          <a:custGeom>
            <a:avLst/>
            <a:gdLst/>
            <a:ahLst/>
            <a:cxnLst/>
            <a:rect r="r" b="b" t="t" l="l"/>
            <a:pathLst>
              <a:path h="3097402" w="4110389">
                <a:moveTo>
                  <a:pt x="0" y="0"/>
                </a:moveTo>
                <a:lnTo>
                  <a:pt x="4110389" y="0"/>
                </a:lnTo>
                <a:lnTo>
                  <a:pt x="4110389" y="3097402"/>
                </a:lnTo>
                <a:lnTo>
                  <a:pt x="0" y="3097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63031" y="2197824"/>
            <a:ext cx="4161937" cy="3083386"/>
          </a:xfrm>
          <a:custGeom>
            <a:avLst/>
            <a:gdLst/>
            <a:ahLst/>
            <a:cxnLst/>
            <a:rect r="r" b="b" t="t" l="l"/>
            <a:pathLst>
              <a:path h="3083386" w="4161937">
                <a:moveTo>
                  <a:pt x="0" y="0"/>
                </a:moveTo>
                <a:lnTo>
                  <a:pt x="4161938" y="0"/>
                </a:lnTo>
                <a:lnTo>
                  <a:pt x="4161938" y="3083386"/>
                </a:lnTo>
                <a:lnTo>
                  <a:pt x="0" y="3083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203627" y="5525186"/>
            <a:ext cx="3456592" cy="3083386"/>
          </a:xfrm>
          <a:custGeom>
            <a:avLst/>
            <a:gdLst/>
            <a:ahLst/>
            <a:cxnLst/>
            <a:rect r="r" b="b" t="t" l="l"/>
            <a:pathLst>
              <a:path h="3083386" w="3456592">
                <a:moveTo>
                  <a:pt x="0" y="0"/>
                </a:moveTo>
                <a:lnTo>
                  <a:pt x="3456592" y="0"/>
                </a:lnTo>
                <a:lnTo>
                  <a:pt x="3456592" y="3083386"/>
                </a:lnTo>
                <a:lnTo>
                  <a:pt x="0" y="3083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389333" y="5525186"/>
            <a:ext cx="3489460" cy="3986750"/>
          </a:xfrm>
          <a:custGeom>
            <a:avLst/>
            <a:gdLst/>
            <a:ahLst/>
            <a:cxnLst/>
            <a:rect r="r" b="b" t="t" l="l"/>
            <a:pathLst>
              <a:path h="3986750" w="3489460">
                <a:moveTo>
                  <a:pt x="0" y="0"/>
                </a:moveTo>
                <a:lnTo>
                  <a:pt x="3489460" y="0"/>
                </a:lnTo>
                <a:lnTo>
                  <a:pt x="3489460" y="3986750"/>
                </a:lnTo>
                <a:lnTo>
                  <a:pt x="0" y="3986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48819" y="2197824"/>
            <a:ext cx="4474454" cy="3083386"/>
          </a:xfrm>
          <a:custGeom>
            <a:avLst/>
            <a:gdLst/>
            <a:ahLst/>
            <a:cxnLst/>
            <a:rect r="r" b="b" t="t" l="l"/>
            <a:pathLst>
              <a:path h="3083386" w="4474454">
                <a:moveTo>
                  <a:pt x="0" y="0"/>
                </a:moveTo>
                <a:lnTo>
                  <a:pt x="4474454" y="0"/>
                </a:lnTo>
                <a:lnTo>
                  <a:pt x="4474454" y="3083386"/>
                </a:lnTo>
                <a:lnTo>
                  <a:pt x="0" y="30833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77117" y="5525186"/>
            <a:ext cx="6743417" cy="4165052"/>
          </a:xfrm>
          <a:custGeom>
            <a:avLst/>
            <a:gdLst/>
            <a:ahLst/>
            <a:cxnLst/>
            <a:rect r="r" b="b" t="t" l="l"/>
            <a:pathLst>
              <a:path h="4165052" w="6743417">
                <a:moveTo>
                  <a:pt x="0" y="0"/>
                </a:moveTo>
                <a:lnTo>
                  <a:pt x="6743418" y="0"/>
                </a:lnTo>
                <a:lnTo>
                  <a:pt x="6743418" y="4165051"/>
                </a:lnTo>
                <a:lnTo>
                  <a:pt x="0" y="41650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5400000">
            <a:off x="16090817" y="4931371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0697" y="718722"/>
            <a:ext cx="138588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Tests</a:t>
            </a:r>
          </a:p>
        </p:txBody>
      </p:sp>
      <p:sp>
        <p:nvSpPr>
          <p:cNvPr name="TextBox 21" id="21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6433369" cy="1551296"/>
            <a:chOff x="0" y="0"/>
            <a:chExt cx="1694385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4385" cy="408572"/>
            </a:xfrm>
            <a:custGeom>
              <a:avLst/>
              <a:gdLst/>
              <a:ahLst/>
              <a:cxnLst/>
              <a:rect r="r" b="b" t="t" l="l"/>
              <a:pathLst>
                <a:path h="408572" w="1694385">
                  <a:moveTo>
                    <a:pt x="0" y="0"/>
                  </a:moveTo>
                  <a:lnTo>
                    <a:pt x="1694385" y="0"/>
                  </a:lnTo>
                  <a:lnTo>
                    <a:pt x="1694385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694385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630277" y="2357722"/>
            <a:ext cx="7140698" cy="3347202"/>
          </a:xfrm>
          <a:custGeom>
            <a:avLst/>
            <a:gdLst/>
            <a:ahLst/>
            <a:cxnLst/>
            <a:rect r="r" b="b" t="t" l="l"/>
            <a:pathLst>
              <a:path h="3347202" w="7140698">
                <a:moveTo>
                  <a:pt x="0" y="0"/>
                </a:moveTo>
                <a:lnTo>
                  <a:pt x="7140698" y="0"/>
                </a:lnTo>
                <a:lnTo>
                  <a:pt x="7140698" y="3347202"/>
                </a:lnTo>
                <a:lnTo>
                  <a:pt x="0" y="3347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630277" y="6080110"/>
            <a:ext cx="1418709" cy="1418709"/>
            <a:chOff x="0" y="0"/>
            <a:chExt cx="373652" cy="3736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3652" cy="373652"/>
            </a:xfrm>
            <a:custGeom>
              <a:avLst/>
              <a:gdLst/>
              <a:ahLst/>
              <a:cxnLst/>
              <a:rect r="r" b="b" t="t" l="l"/>
              <a:pathLst>
                <a:path h="373652" w="373652">
                  <a:moveTo>
                    <a:pt x="186826" y="0"/>
                  </a:moveTo>
                  <a:lnTo>
                    <a:pt x="186826" y="0"/>
                  </a:lnTo>
                  <a:cubicBezTo>
                    <a:pt x="236375" y="0"/>
                    <a:pt x="283895" y="19683"/>
                    <a:pt x="318932" y="54720"/>
                  </a:cubicBezTo>
                  <a:cubicBezTo>
                    <a:pt x="353968" y="89757"/>
                    <a:pt x="373652" y="137277"/>
                    <a:pt x="373652" y="186826"/>
                  </a:cubicBezTo>
                  <a:lnTo>
                    <a:pt x="373652" y="186826"/>
                  </a:lnTo>
                  <a:cubicBezTo>
                    <a:pt x="373652" y="290007"/>
                    <a:pt x="290007" y="373652"/>
                    <a:pt x="186826" y="373652"/>
                  </a:cubicBezTo>
                  <a:lnTo>
                    <a:pt x="186826" y="373652"/>
                  </a:lnTo>
                  <a:cubicBezTo>
                    <a:pt x="83645" y="373652"/>
                    <a:pt x="0" y="290007"/>
                    <a:pt x="0" y="186826"/>
                  </a:cubicBezTo>
                  <a:lnTo>
                    <a:pt x="0" y="186826"/>
                  </a:lnTo>
                  <a:cubicBezTo>
                    <a:pt x="0" y="83645"/>
                    <a:pt x="83645" y="0"/>
                    <a:pt x="186826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73652" cy="411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886735" y="6383557"/>
            <a:ext cx="905793" cy="811817"/>
          </a:xfrm>
          <a:custGeom>
            <a:avLst/>
            <a:gdLst/>
            <a:ahLst/>
            <a:cxnLst/>
            <a:rect r="r" b="b" t="t" l="l"/>
            <a:pathLst>
              <a:path h="811817" w="905793">
                <a:moveTo>
                  <a:pt x="0" y="0"/>
                </a:moveTo>
                <a:lnTo>
                  <a:pt x="905793" y="0"/>
                </a:lnTo>
                <a:lnTo>
                  <a:pt x="905793" y="811816"/>
                </a:lnTo>
                <a:lnTo>
                  <a:pt x="0" y="811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630277" y="7984595"/>
            <a:ext cx="1418709" cy="1418709"/>
            <a:chOff x="0" y="0"/>
            <a:chExt cx="373652" cy="3736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3652" cy="373652"/>
            </a:xfrm>
            <a:custGeom>
              <a:avLst/>
              <a:gdLst/>
              <a:ahLst/>
              <a:cxnLst/>
              <a:rect r="r" b="b" t="t" l="l"/>
              <a:pathLst>
                <a:path h="373652" w="373652">
                  <a:moveTo>
                    <a:pt x="186826" y="0"/>
                  </a:moveTo>
                  <a:lnTo>
                    <a:pt x="186826" y="0"/>
                  </a:lnTo>
                  <a:cubicBezTo>
                    <a:pt x="236375" y="0"/>
                    <a:pt x="283895" y="19683"/>
                    <a:pt x="318932" y="54720"/>
                  </a:cubicBezTo>
                  <a:cubicBezTo>
                    <a:pt x="353968" y="89757"/>
                    <a:pt x="373652" y="137277"/>
                    <a:pt x="373652" y="186826"/>
                  </a:cubicBezTo>
                  <a:lnTo>
                    <a:pt x="373652" y="186826"/>
                  </a:lnTo>
                  <a:cubicBezTo>
                    <a:pt x="373652" y="290007"/>
                    <a:pt x="290007" y="373652"/>
                    <a:pt x="186826" y="373652"/>
                  </a:cubicBezTo>
                  <a:lnTo>
                    <a:pt x="186826" y="373652"/>
                  </a:lnTo>
                  <a:cubicBezTo>
                    <a:pt x="83645" y="373652"/>
                    <a:pt x="0" y="290007"/>
                    <a:pt x="0" y="186826"/>
                  </a:cubicBezTo>
                  <a:lnTo>
                    <a:pt x="0" y="186826"/>
                  </a:lnTo>
                  <a:cubicBezTo>
                    <a:pt x="0" y="83645"/>
                    <a:pt x="83645" y="0"/>
                    <a:pt x="186826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73652" cy="411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877927" y="8241785"/>
            <a:ext cx="925988" cy="807924"/>
          </a:xfrm>
          <a:custGeom>
            <a:avLst/>
            <a:gdLst/>
            <a:ahLst/>
            <a:cxnLst/>
            <a:rect r="r" b="b" t="t" l="l"/>
            <a:pathLst>
              <a:path h="807924" w="925988">
                <a:moveTo>
                  <a:pt x="0" y="0"/>
                </a:moveTo>
                <a:lnTo>
                  <a:pt x="925988" y="0"/>
                </a:lnTo>
                <a:lnTo>
                  <a:pt x="925988" y="807924"/>
                </a:lnTo>
                <a:lnTo>
                  <a:pt x="0" y="8079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132925" y="2357722"/>
            <a:ext cx="6414421" cy="5829105"/>
          </a:xfrm>
          <a:custGeom>
            <a:avLst/>
            <a:gdLst/>
            <a:ahLst/>
            <a:cxnLst/>
            <a:rect r="r" b="b" t="t" l="l"/>
            <a:pathLst>
              <a:path h="5829105" w="6414421">
                <a:moveTo>
                  <a:pt x="0" y="0"/>
                </a:moveTo>
                <a:lnTo>
                  <a:pt x="6414421" y="0"/>
                </a:lnTo>
                <a:lnTo>
                  <a:pt x="6414421" y="5829104"/>
                </a:lnTo>
                <a:lnTo>
                  <a:pt x="0" y="58291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-5400000">
            <a:off x="16090817" y="4931371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80697" y="718722"/>
            <a:ext cx="464851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Estado de Avance</a:t>
            </a:r>
          </a:p>
        </p:txBody>
      </p:sp>
      <p:sp>
        <p:nvSpPr>
          <p:cNvPr name="TextBox 25" id="25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12549" y="6256065"/>
            <a:ext cx="319111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Corrección de Bugs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10936" y="8030534"/>
            <a:ext cx="3663166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Avance en Docuementación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6433369" cy="1551296"/>
            <a:chOff x="0" y="0"/>
            <a:chExt cx="1694385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4385" cy="408572"/>
            </a:xfrm>
            <a:custGeom>
              <a:avLst/>
              <a:gdLst/>
              <a:ahLst/>
              <a:cxnLst/>
              <a:rect r="r" b="b" t="t" l="l"/>
              <a:pathLst>
                <a:path h="408572" w="1694385">
                  <a:moveTo>
                    <a:pt x="0" y="0"/>
                  </a:moveTo>
                  <a:lnTo>
                    <a:pt x="1694385" y="0"/>
                  </a:lnTo>
                  <a:lnTo>
                    <a:pt x="1694385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694385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56203" y="2634616"/>
            <a:ext cx="1418709" cy="1418709"/>
            <a:chOff x="0" y="0"/>
            <a:chExt cx="373652" cy="3736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3652" cy="373652"/>
            </a:xfrm>
            <a:custGeom>
              <a:avLst/>
              <a:gdLst/>
              <a:ahLst/>
              <a:cxnLst/>
              <a:rect r="r" b="b" t="t" l="l"/>
              <a:pathLst>
                <a:path h="373652" w="373652">
                  <a:moveTo>
                    <a:pt x="186826" y="0"/>
                  </a:moveTo>
                  <a:lnTo>
                    <a:pt x="186826" y="0"/>
                  </a:lnTo>
                  <a:cubicBezTo>
                    <a:pt x="236375" y="0"/>
                    <a:pt x="283895" y="19683"/>
                    <a:pt x="318932" y="54720"/>
                  </a:cubicBezTo>
                  <a:cubicBezTo>
                    <a:pt x="353968" y="89757"/>
                    <a:pt x="373652" y="137277"/>
                    <a:pt x="373652" y="186826"/>
                  </a:cubicBezTo>
                  <a:lnTo>
                    <a:pt x="373652" y="186826"/>
                  </a:lnTo>
                  <a:cubicBezTo>
                    <a:pt x="373652" y="290007"/>
                    <a:pt x="290007" y="373652"/>
                    <a:pt x="186826" y="373652"/>
                  </a:cubicBezTo>
                  <a:lnTo>
                    <a:pt x="186826" y="373652"/>
                  </a:lnTo>
                  <a:cubicBezTo>
                    <a:pt x="83645" y="373652"/>
                    <a:pt x="0" y="290007"/>
                    <a:pt x="0" y="186826"/>
                  </a:cubicBezTo>
                  <a:lnTo>
                    <a:pt x="0" y="186826"/>
                  </a:lnTo>
                  <a:cubicBezTo>
                    <a:pt x="0" y="83645"/>
                    <a:pt x="83645" y="0"/>
                    <a:pt x="186826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73652" cy="411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56203" y="4839138"/>
            <a:ext cx="1418709" cy="1418709"/>
            <a:chOff x="0" y="0"/>
            <a:chExt cx="373652" cy="3736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3652" cy="373652"/>
            </a:xfrm>
            <a:custGeom>
              <a:avLst/>
              <a:gdLst/>
              <a:ahLst/>
              <a:cxnLst/>
              <a:rect r="r" b="b" t="t" l="l"/>
              <a:pathLst>
                <a:path h="373652" w="373652">
                  <a:moveTo>
                    <a:pt x="186826" y="0"/>
                  </a:moveTo>
                  <a:lnTo>
                    <a:pt x="186826" y="0"/>
                  </a:lnTo>
                  <a:cubicBezTo>
                    <a:pt x="236375" y="0"/>
                    <a:pt x="283895" y="19683"/>
                    <a:pt x="318932" y="54720"/>
                  </a:cubicBezTo>
                  <a:cubicBezTo>
                    <a:pt x="353968" y="89757"/>
                    <a:pt x="373652" y="137277"/>
                    <a:pt x="373652" y="186826"/>
                  </a:cubicBezTo>
                  <a:lnTo>
                    <a:pt x="373652" y="186826"/>
                  </a:lnTo>
                  <a:cubicBezTo>
                    <a:pt x="373652" y="290007"/>
                    <a:pt x="290007" y="373652"/>
                    <a:pt x="186826" y="373652"/>
                  </a:cubicBezTo>
                  <a:lnTo>
                    <a:pt x="186826" y="373652"/>
                  </a:lnTo>
                  <a:cubicBezTo>
                    <a:pt x="83645" y="373652"/>
                    <a:pt x="0" y="290007"/>
                    <a:pt x="0" y="186826"/>
                  </a:cubicBezTo>
                  <a:lnTo>
                    <a:pt x="0" y="186826"/>
                  </a:lnTo>
                  <a:cubicBezTo>
                    <a:pt x="0" y="83645"/>
                    <a:pt x="83645" y="0"/>
                    <a:pt x="186826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73652" cy="411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849006" y="2858195"/>
            <a:ext cx="833104" cy="971550"/>
          </a:xfrm>
          <a:custGeom>
            <a:avLst/>
            <a:gdLst/>
            <a:ahLst/>
            <a:cxnLst/>
            <a:rect r="r" b="b" t="t" l="l"/>
            <a:pathLst>
              <a:path h="971550" w="833104">
                <a:moveTo>
                  <a:pt x="0" y="0"/>
                </a:moveTo>
                <a:lnTo>
                  <a:pt x="833104" y="0"/>
                </a:lnTo>
                <a:lnTo>
                  <a:pt x="833104" y="971551"/>
                </a:lnTo>
                <a:lnTo>
                  <a:pt x="0" y="9715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756031" y="4986779"/>
            <a:ext cx="1025671" cy="1025671"/>
          </a:xfrm>
          <a:custGeom>
            <a:avLst/>
            <a:gdLst/>
            <a:ahLst/>
            <a:cxnLst/>
            <a:rect r="r" b="b" t="t" l="l"/>
            <a:pathLst>
              <a:path h="1025671" w="1025671">
                <a:moveTo>
                  <a:pt x="0" y="0"/>
                </a:moveTo>
                <a:lnTo>
                  <a:pt x="1025671" y="0"/>
                </a:lnTo>
                <a:lnTo>
                  <a:pt x="1025671" y="1025671"/>
                </a:lnTo>
                <a:lnTo>
                  <a:pt x="0" y="10256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3556203" y="7043660"/>
            <a:ext cx="1418709" cy="1418709"/>
            <a:chOff x="0" y="0"/>
            <a:chExt cx="373652" cy="3736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3652" cy="373652"/>
            </a:xfrm>
            <a:custGeom>
              <a:avLst/>
              <a:gdLst/>
              <a:ahLst/>
              <a:cxnLst/>
              <a:rect r="r" b="b" t="t" l="l"/>
              <a:pathLst>
                <a:path h="373652" w="373652">
                  <a:moveTo>
                    <a:pt x="186826" y="0"/>
                  </a:moveTo>
                  <a:lnTo>
                    <a:pt x="186826" y="0"/>
                  </a:lnTo>
                  <a:cubicBezTo>
                    <a:pt x="236375" y="0"/>
                    <a:pt x="283895" y="19683"/>
                    <a:pt x="318932" y="54720"/>
                  </a:cubicBezTo>
                  <a:cubicBezTo>
                    <a:pt x="353968" y="89757"/>
                    <a:pt x="373652" y="137277"/>
                    <a:pt x="373652" y="186826"/>
                  </a:cubicBezTo>
                  <a:lnTo>
                    <a:pt x="373652" y="186826"/>
                  </a:lnTo>
                  <a:cubicBezTo>
                    <a:pt x="373652" y="290007"/>
                    <a:pt x="290007" y="373652"/>
                    <a:pt x="186826" y="373652"/>
                  </a:cubicBezTo>
                  <a:lnTo>
                    <a:pt x="186826" y="373652"/>
                  </a:lnTo>
                  <a:cubicBezTo>
                    <a:pt x="83645" y="373652"/>
                    <a:pt x="0" y="290007"/>
                    <a:pt x="0" y="186826"/>
                  </a:cubicBezTo>
                  <a:lnTo>
                    <a:pt x="0" y="186826"/>
                  </a:lnTo>
                  <a:cubicBezTo>
                    <a:pt x="0" y="83645"/>
                    <a:pt x="83645" y="0"/>
                    <a:pt x="186826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73652" cy="411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805827" y="7312711"/>
            <a:ext cx="926079" cy="926079"/>
          </a:xfrm>
          <a:custGeom>
            <a:avLst/>
            <a:gdLst/>
            <a:ahLst/>
            <a:cxnLst/>
            <a:rect r="r" b="b" t="t" l="l"/>
            <a:pathLst>
              <a:path h="926079" w="926079">
                <a:moveTo>
                  <a:pt x="0" y="0"/>
                </a:moveTo>
                <a:lnTo>
                  <a:pt x="926079" y="0"/>
                </a:lnTo>
                <a:lnTo>
                  <a:pt x="926079" y="926079"/>
                </a:lnTo>
                <a:lnTo>
                  <a:pt x="0" y="9260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510795" y="2634616"/>
            <a:ext cx="1418709" cy="1418709"/>
            <a:chOff x="0" y="0"/>
            <a:chExt cx="373652" cy="3736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3652" cy="373652"/>
            </a:xfrm>
            <a:custGeom>
              <a:avLst/>
              <a:gdLst/>
              <a:ahLst/>
              <a:cxnLst/>
              <a:rect r="r" b="b" t="t" l="l"/>
              <a:pathLst>
                <a:path h="373652" w="373652">
                  <a:moveTo>
                    <a:pt x="186826" y="0"/>
                  </a:moveTo>
                  <a:lnTo>
                    <a:pt x="186826" y="0"/>
                  </a:lnTo>
                  <a:cubicBezTo>
                    <a:pt x="236375" y="0"/>
                    <a:pt x="283895" y="19683"/>
                    <a:pt x="318932" y="54720"/>
                  </a:cubicBezTo>
                  <a:cubicBezTo>
                    <a:pt x="353968" y="89757"/>
                    <a:pt x="373652" y="137277"/>
                    <a:pt x="373652" y="186826"/>
                  </a:cubicBezTo>
                  <a:lnTo>
                    <a:pt x="373652" y="186826"/>
                  </a:lnTo>
                  <a:cubicBezTo>
                    <a:pt x="373652" y="290007"/>
                    <a:pt x="290007" y="373652"/>
                    <a:pt x="186826" y="373652"/>
                  </a:cubicBezTo>
                  <a:lnTo>
                    <a:pt x="186826" y="373652"/>
                  </a:lnTo>
                  <a:cubicBezTo>
                    <a:pt x="83645" y="373652"/>
                    <a:pt x="0" y="290007"/>
                    <a:pt x="0" y="186826"/>
                  </a:cubicBezTo>
                  <a:lnTo>
                    <a:pt x="0" y="186826"/>
                  </a:lnTo>
                  <a:cubicBezTo>
                    <a:pt x="0" y="83645"/>
                    <a:pt x="83645" y="0"/>
                    <a:pt x="186826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73652" cy="411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736537" y="2862520"/>
            <a:ext cx="967225" cy="967225"/>
          </a:xfrm>
          <a:custGeom>
            <a:avLst/>
            <a:gdLst/>
            <a:ahLst/>
            <a:cxnLst/>
            <a:rect r="r" b="b" t="t" l="l"/>
            <a:pathLst>
              <a:path h="967225" w="967225">
                <a:moveTo>
                  <a:pt x="0" y="0"/>
                </a:moveTo>
                <a:lnTo>
                  <a:pt x="967226" y="0"/>
                </a:lnTo>
                <a:lnTo>
                  <a:pt x="967226" y="967226"/>
                </a:lnTo>
                <a:lnTo>
                  <a:pt x="0" y="9672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-5400000">
            <a:off x="16090817" y="4931371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80697" y="718722"/>
            <a:ext cx="464851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Estado de Avance</a:t>
            </a:r>
          </a:p>
        </p:txBody>
      </p:sp>
      <p:sp>
        <p:nvSpPr>
          <p:cNvPr name="TextBox 31" id="31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38476" y="2810570"/>
            <a:ext cx="319111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Reuniones con cliente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38476" y="4939154"/>
            <a:ext cx="319111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Pruebas TDD (Documentadas)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338476" y="7219614"/>
            <a:ext cx="319111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Avances finales en Frontend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291455" y="2781813"/>
            <a:ext cx="4054468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Módulos principales Desarrollados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92843" y="317126"/>
            <a:ext cx="4727910" cy="1551296"/>
            <a:chOff x="0" y="0"/>
            <a:chExt cx="1245211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5211" cy="408572"/>
            </a:xfrm>
            <a:custGeom>
              <a:avLst/>
              <a:gdLst/>
              <a:ahLst/>
              <a:cxnLst/>
              <a:rect r="r" b="b" t="t" l="l"/>
              <a:pathLst>
                <a:path h="408572" w="1245211">
                  <a:moveTo>
                    <a:pt x="0" y="0"/>
                  </a:moveTo>
                  <a:lnTo>
                    <a:pt x="1245211" y="0"/>
                  </a:lnTo>
                  <a:lnTo>
                    <a:pt x="1245211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45211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56798" y="2845612"/>
            <a:ext cx="1418709" cy="1418709"/>
            <a:chOff x="0" y="0"/>
            <a:chExt cx="373652" cy="3736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3652" cy="373652"/>
            </a:xfrm>
            <a:custGeom>
              <a:avLst/>
              <a:gdLst/>
              <a:ahLst/>
              <a:cxnLst/>
              <a:rect r="r" b="b" t="t" l="l"/>
              <a:pathLst>
                <a:path h="373652" w="373652">
                  <a:moveTo>
                    <a:pt x="186826" y="0"/>
                  </a:moveTo>
                  <a:lnTo>
                    <a:pt x="186826" y="0"/>
                  </a:lnTo>
                  <a:cubicBezTo>
                    <a:pt x="236375" y="0"/>
                    <a:pt x="283895" y="19683"/>
                    <a:pt x="318932" y="54720"/>
                  </a:cubicBezTo>
                  <a:cubicBezTo>
                    <a:pt x="353968" y="89757"/>
                    <a:pt x="373652" y="137277"/>
                    <a:pt x="373652" y="186826"/>
                  </a:cubicBezTo>
                  <a:lnTo>
                    <a:pt x="373652" y="186826"/>
                  </a:lnTo>
                  <a:cubicBezTo>
                    <a:pt x="373652" y="290007"/>
                    <a:pt x="290007" y="373652"/>
                    <a:pt x="186826" y="373652"/>
                  </a:cubicBezTo>
                  <a:lnTo>
                    <a:pt x="186826" y="373652"/>
                  </a:lnTo>
                  <a:cubicBezTo>
                    <a:pt x="83645" y="373652"/>
                    <a:pt x="0" y="290007"/>
                    <a:pt x="0" y="186826"/>
                  </a:cubicBezTo>
                  <a:lnTo>
                    <a:pt x="0" y="186826"/>
                  </a:lnTo>
                  <a:cubicBezTo>
                    <a:pt x="0" y="83645"/>
                    <a:pt x="83645" y="0"/>
                    <a:pt x="186826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73652" cy="411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56798" y="4859634"/>
            <a:ext cx="1418709" cy="1418709"/>
            <a:chOff x="0" y="0"/>
            <a:chExt cx="373652" cy="3736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3652" cy="373652"/>
            </a:xfrm>
            <a:custGeom>
              <a:avLst/>
              <a:gdLst/>
              <a:ahLst/>
              <a:cxnLst/>
              <a:rect r="r" b="b" t="t" l="l"/>
              <a:pathLst>
                <a:path h="373652" w="373652">
                  <a:moveTo>
                    <a:pt x="186826" y="0"/>
                  </a:moveTo>
                  <a:lnTo>
                    <a:pt x="186826" y="0"/>
                  </a:lnTo>
                  <a:cubicBezTo>
                    <a:pt x="236375" y="0"/>
                    <a:pt x="283895" y="19683"/>
                    <a:pt x="318932" y="54720"/>
                  </a:cubicBezTo>
                  <a:cubicBezTo>
                    <a:pt x="353968" y="89757"/>
                    <a:pt x="373652" y="137277"/>
                    <a:pt x="373652" y="186826"/>
                  </a:cubicBezTo>
                  <a:lnTo>
                    <a:pt x="373652" y="186826"/>
                  </a:lnTo>
                  <a:cubicBezTo>
                    <a:pt x="373652" y="290007"/>
                    <a:pt x="290007" y="373652"/>
                    <a:pt x="186826" y="373652"/>
                  </a:cubicBezTo>
                  <a:lnTo>
                    <a:pt x="186826" y="373652"/>
                  </a:lnTo>
                  <a:cubicBezTo>
                    <a:pt x="83645" y="373652"/>
                    <a:pt x="0" y="290007"/>
                    <a:pt x="0" y="186826"/>
                  </a:cubicBezTo>
                  <a:lnTo>
                    <a:pt x="0" y="186826"/>
                  </a:lnTo>
                  <a:cubicBezTo>
                    <a:pt x="0" y="83645"/>
                    <a:pt x="83645" y="0"/>
                    <a:pt x="186826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73652" cy="411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049601" y="5097524"/>
            <a:ext cx="878103" cy="942929"/>
          </a:xfrm>
          <a:custGeom>
            <a:avLst/>
            <a:gdLst/>
            <a:ahLst/>
            <a:cxnLst/>
            <a:rect r="r" b="b" t="t" l="l"/>
            <a:pathLst>
              <a:path h="942929" w="878103">
                <a:moveTo>
                  <a:pt x="0" y="0"/>
                </a:moveTo>
                <a:lnTo>
                  <a:pt x="878102" y="0"/>
                </a:lnTo>
                <a:lnTo>
                  <a:pt x="878102" y="942929"/>
                </a:lnTo>
                <a:lnTo>
                  <a:pt x="0" y="9429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993767" y="3070767"/>
            <a:ext cx="989770" cy="969975"/>
          </a:xfrm>
          <a:custGeom>
            <a:avLst/>
            <a:gdLst/>
            <a:ahLst/>
            <a:cxnLst/>
            <a:rect r="r" b="b" t="t" l="l"/>
            <a:pathLst>
              <a:path h="969975" w="989770">
                <a:moveTo>
                  <a:pt x="0" y="0"/>
                </a:moveTo>
                <a:lnTo>
                  <a:pt x="989770" y="0"/>
                </a:lnTo>
                <a:lnTo>
                  <a:pt x="989770" y="969975"/>
                </a:lnTo>
                <a:lnTo>
                  <a:pt x="0" y="969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3756798" y="6873656"/>
            <a:ext cx="1418709" cy="1418709"/>
            <a:chOff x="0" y="0"/>
            <a:chExt cx="373652" cy="3736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3652" cy="373652"/>
            </a:xfrm>
            <a:custGeom>
              <a:avLst/>
              <a:gdLst/>
              <a:ahLst/>
              <a:cxnLst/>
              <a:rect r="r" b="b" t="t" l="l"/>
              <a:pathLst>
                <a:path h="373652" w="373652">
                  <a:moveTo>
                    <a:pt x="186826" y="0"/>
                  </a:moveTo>
                  <a:lnTo>
                    <a:pt x="186826" y="0"/>
                  </a:lnTo>
                  <a:cubicBezTo>
                    <a:pt x="236375" y="0"/>
                    <a:pt x="283895" y="19683"/>
                    <a:pt x="318932" y="54720"/>
                  </a:cubicBezTo>
                  <a:cubicBezTo>
                    <a:pt x="353968" y="89757"/>
                    <a:pt x="373652" y="137277"/>
                    <a:pt x="373652" y="186826"/>
                  </a:cubicBezTo>
                  <a:lnTo>
                    <a:pt x="373652" y="186826"/>
                  </a:lnTo>
                  <a:cubicBezTo>
                    <a:pt x="373652" y="290007"/>
                    <a:pt x="290007" y="373652"/>
                    <a:pt x="186826" y="373652"/>
                  </a:cubicBezTo>
                  <a:lnTo>
                    <a:pt x="186826" y="373652"/>
                  </a:lnTo>
                  <a:cubicBezTo>
                    <a:pt x="83645" y="373652"/>
                    <a:pt x="0" y="290007"/>
                    <a:pt x="0" y="186826"/>
                  </a:cubicBezTo>
                  <a:lnTo>
                    <a:pt x="0" y="186826"/>
                  </a:lnTo>
                  <a:cubicBezTo>
                    <a:pt x="0" y="83645"/>
                    <a:pt x="83645" y="0"/>
                    <a:pt x="186826" y="0"/>
                  </a:cubicBez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73652" cy="411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4049601" y="7111781"/>
            <a:ext cx="881067" cy="881067"/>
          </a:xfrm>
          <a:custGeom>
            <a:avLst/>
            <a:gdLst/>
            <a:ahLst/>
            <a:cxnLst/>
            <a:rect r="r" b="b" t="t" l="l"/>
            <a:pathLst>
              <a:path h="881067" w="881067">
                <a:moveTo>
                  <a:pt x="0" y="0"/>
                </a:moveTo>
                <a:lnTo>
                  <a:pt x="881066" y="0"/>
                </a:lnTo>
                <a:lnTo>
                  <a:pt x="881066" y="881067"/>
                </a:lnTo>
                <a:lnTo>
                  <a:pt x="0" y="8810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5400000">
            <a:off x="16090817" y="4931371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67644" y="706973"/>
            <a:ext cx="297830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Pendientes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39070" y="3021567"/>
            <a:ext cx="484479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Integración con BDD de la Municipalidad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39070" y="4959651"/>
            <a:ext cx="319111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Conexión de API con SII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39070" y="6973673"/>
            <a:ext cx="319111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Mejoras en vista Mobile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20107" y="317126"/>
            <a:ext cx="2851632" cy="1102317"/>
            <a:chOff x="0" y="0"/>
            <a:chExt cx="3802176" cy="1469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9715" cy="1018858"/>
            </a:xfrm>
            <a:custGeom>
              <a:avLst/>
              <a:gdLst/>
              <a:ahLst/>
              <a:cxnLst/>
              <a:rect r="r" b="b" t="t" l="l"/>
              <a:pathLst>
                <a:path h="1018858" w="2999715">
                  <a:moveTo>
                    <a:pt x="0" y="0"/>
                  </a:moveTo>
                  <a:lnTo>
                    <a:pt x="2999715" y="0"/>
                  </a:lnTo>
                  <a:lnTo>
                    <a:pt x="2999715" y="1018858"/>
                  </a:lnTo>
                  <a:lnTo>
                    <a:pt x="0" y="101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2907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0" y="1018858"/>
              <a:ext cx="3607044" cy="0"/>
            </a:xfrm>
            <a:prstGeom prst="line">
              <a:avLst/>
            </a:prstGeom>
            <a:ln cap="flat" w="3801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00709" y="58696"/>
              <a:ext cx="901466" cy="901466"/>
            </a:xfrm>
            <a:custGeom>
              <a:avLst/>
              <a:gdLst/>
              <a:ahLst/>
              <a:cxnLst/>
              <a:rect r="r" b="b" t="t" l="l"/>
              <a:pathLst>
                <a:path h="901466" w="901466">
                  <a:moveTo>
                    <a:pt x="0" y="0"/>
                  </a:moveTo>
                  <a:lnTo>
                    <a:pt x="901467" y="0"/>
                  </a:lnTo>
                  <a:lnTo>
                    <a:pt x="901467" y="901466"/>
                  </a:lnTo>
                  <a:lnTo>
                    <a:pt x="0" y="90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46833" y="1097799"/>
              <a:ext cx="2572084" cy="371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1646" spc="-9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SEDE SAN BERNARDO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68491" cy="10287000"/>
            <a:chOff x="0" y="0"/>
            <a:chExt cx="492113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113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2113">
                  <a:moveTo>
                    <a:pt x="0" y="0"/>
                  </a:moveTo>
                  <a:lnTo>
                    <a:pt x="492113" y="0"/>
                  </a:lnTo>
                  <a:lnTo>
                    <a:pt x="4921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9211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71201" y="3760714"/>
            <a:ext cx="6745597" cy="2765571"/>
            <a:chOff x="0" y="0"/>
            <a:chExt cx="996561" cy="408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6561" cy="408572"/>
            </a:xfrm>
            <a:custGeom>
              <a:avLst/>
              <a:gdLst/>
              <a:ahLst/>
              <a:cxnLst/>
              <a:rect r="r" b="b" t="t" l="l"/>
              <a:pathLst>
                <a:path h="408572" w="996561">
                  <a:moveTo>
                    <a:pt x="0" y="0"/>
                  </a:moveTo>
                  <a:lnTo>
                    <a:pt x="996561" y="0"/>
                  </a:lnTo>
                  <a:lnTo>
                    <a:pt x="996561" y="408572"/>
                  </a:lnTo>
                  <a:lnTo>
                    <a:pt x="0" y="408572"/>
                  </a:lnTo>
                  <a:close/>
                </a:path>
              </a:pathLst>
            </a:custGeom>
            <a:solidFill>
              <a:srgbClr val="FFB7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96561" cy="456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-5400000">
            <a:off x="16090817" y="4931371"/>
            <a:ext cx="29884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#ViveTuExperienciaSB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99085" y="4433470"/>
            <a:ext cx="2889830" cy="127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2"/>
              </a:lnSpc>
            </a:pPr>
            <a:r>
              <a:rPr lang="en-US" sz="7487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DEMO</a:t>
            </a:r>
          </a:p>
        </p:txBody>
      </p:sp>
      <p:sp>
        <p:nvSpPr>
          <p:cNvPr name="TextBox 15" id="15"/>
          <p:cNvSpPr txBox="true"/>
          <p:nvPr/>
        </p:nvSpPr>
        <p:spPr>
          <a:xfrm rot="-5400000">
            <a:off x="-2545996" y="5003166"/>
            <a:ext cx="663773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C6C6C6"/>
                </a:solidFill>
                <a:latin typeface="Open Sans 1"/>
                <a:ea typeface="Open Sans 1"/>
                <a:cs typeface="Open Sans 1"/>
                <a:sym typeface="Open Sans 1"/>
              </a:rPr>
              <a:t>FORMAMOS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PERSONAS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PARA UNA </a:t>
            </a:r>
            <a:r>
              <a:rPr lang="en-US" sz="17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SOCIEDAD</a:t>
            </a:r>
            <a:r>
              <a:rPr lang="en-US" sz="1700">
                <a:solidFill>
                  <a:srgbClr val="C5C5C5"/>
                </a:solidFill>
                <a:latin typeface="Open Sans 1"/>
                <a:ea typeface="Open Sans 1"/>
                <a:cs typeface="Open Sans 1"/>
                <a:sym typeface="Open Sans 1"/>
              </a:rPr>
              <a:t> MEJOR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DAG4oYu88sw</dc:identifier>
  <dcterms:modified xsi:type="dcterms:W3CDTF">2011-08-01T06:04:30Z</dcterms:modified>
  <cp:revision>1</cp:revision>
  <dc:title>Presentación FASE 3</dc:title>
</cp:coreProperties>
</file>